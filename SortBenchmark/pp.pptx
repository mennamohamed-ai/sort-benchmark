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B794C-2D08-17FE-5775-DBF53A80A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2601B-2591-E06C-381B-243D838B3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FC82C-5498-1DCB-E046-D629896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AC639-D52C-3C4F-5C07-0FA97D74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8999E-DF09-93A9-CC3B-5B5B10D7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9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0834-3875-108B-16A0-E3673C52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91536-5D90-94C8-EEB6-D779629AE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5F12A-313C-F48A-C23A-6EC006EC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FE012-F5F9-9C39-F589-00824CD7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5BB9A-EDA4-2EE0-ABB1-2EFB2F50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35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30C7-C2C6-7337-2C18-F4FD92FF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D2236-C820-DEA3-84A4-E1EF4B1EE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6B448-CD72-7A58-1F6F-C94FFE99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4FFE-2E4D-A647-366E-1A9553CD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A8D70-FC70-74D9-8EE3-35BA9BD9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8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B736-712B-37B7-CD88-F873FF78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71DE-5FF7-E6A7-91D4-5975B53BA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5C05A-9D38-138D-1C5D-2E20A2CA3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7F2B-F0C0-FF87-0053-0502CF38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EA892-38F4-5B41-F530-8A13341E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06A6C-5814-3F7A-E57D-B28D72C41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5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8B8B-1C92-7F5D-0DB4-ED24E7964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B2248-0555-D7BB-3D84-E074218DD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796E1-13D4-EFFF-CE94-D9AC30400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0A99F-A9F4-D619-65A2-9C632F343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CD592-947F-8040-3F2C-935F91F49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EDA4BB-ED7B-44C9-CB96-541B272F6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59902A-E3CE-AAA4-DD23-4CBF0F6F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453E0-20A9-D1F2-BA5A-DFDA73D7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6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1176-B6C2-053D-A63C-E7E188D2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0BA12-E679-D2B8-DEF2-78A4E92C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ADA4F-35CB-B895-9C5E-F5415E90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F9F1A-05BE-4F7F-AD3D-C041FA75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6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2459FE-69D4-B833-A127-7A943D56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D6CD00-7B99-3A98-1A25-F74E900F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D3471-7B31-6355-A613-00B7D953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53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D56F-3446-FFDB-42F0-3C1C502D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5A7D5-20F9-2352-A1FB-B90B67AFE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DD620-B56A-FE19-05E5-53DFE58A0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652EC-1B97-53C1-E966-C0E51CF5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E316E-ACDB-15DD-0A4B-9B41E182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3EAF2-50E9-B3AE-B56D-9BB29A56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9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5D45-0501-CDEB-7BF1-903C55E24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5F704-F6D6-4305-01A2-5D70B3A09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38661-C797-C35A-83FA-A771D24A0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73AB2-CD33-5C6E-E1D9-3EED1DB6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EC78-5D5B-4ABA-E43F-A07EFEF0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ECDCD-5870-0729-AD36-EC0A9986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5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460A-6850-24AA-81B0-3E1D85F8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54E02-D635-2FD9-B1C3-B787C2A69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E0A83-2271-8343-5BBC-AEF9D1A4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EAA25-3254-9C71-55E1-47C4E00C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BE8C7-711B-AA0F-21DC-B09C93EA7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4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A8B0F3-F0C6-CE51-A250-9A07615F0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0F8E2-DF62-05D4-A9D0-42965998B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D9FB3-2834-9F1F-FBAE-2063C2E90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E36F4-F20F-99C8-0AD9-C5C08E66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1E166-4CB3-C583-B226-990F7B1B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3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A0EC4-C9C3-28EE-06B9-17A25EC80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B9E1F-F4BE-0E0E-8CC5-F423DDEEC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A4FD-4037-3B09-8300-1382E2EB5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1F038-AFE7-42C1-83B7-519090711D23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277FF-E58A-7CA8-6BD1-D55A40BD0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1A38C-B37C-3F07-7111-C987F7E5B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BE151-38D6-4CC2-AB8E-A230FA62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3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rectangular sign with blue text&#10;&#10;AI-generated content may be incorrect.">
            <a:extLst>
              <a:ext uri="{FF2B5EF4-FFF2-40B4-BE49-F238E27FC236}">
                <a16:creationId xmlns:a16="http://schemas.microsoft.com/office/drawing/2014/main" id="{90003E35-DAFC-DF54-EC06-DB155EBE8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79830"/>
            <a:ext cx="10905066" cy="4498338"/>
          </a:xfrm>
          <a:prstGeom prst="rect">
            <a:avLst/>
          </a:prstGeom>
          <a:ln>
            <a:noFill/>
          </a:ln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3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D1BE79-5AE5-72EC-832E-D5989E833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43516"/>
            <a:ext cx="10905066" cy="4770967"/>
          </a:xfrm>
          <a:prstGeom prst="rect">
            <a:avLst/>
          </a:prstGeom>
          <a:ln>
            <a:noFill/>
          </a:ln>
        </p:spPr>
      </p:pic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0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086519-DC83-D235-32E6-877360D0C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78" y="643467"/>
            <a:ext cx="10511443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7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F99A0A-A945-D251-8995-89BFDDB15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16364"/>
            <a:ext cx="10905066" cy="5425271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5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7046F1-2C54-FCC1-468E-A23D1B7B8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61618"/>
            <a:ext cx="10905066" cy="433476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4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2A92C0-C5A7-70A6-4488-852905DD8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75360"/>
            <a:ext cx="10905066" cy="490727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0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FE9661-F6C2-1C8B-BBB1-B32B6464E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16" y="643467"/>
            <a:ext cx="10870368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11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88903A-2643-52A8-698A-102909E1F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42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4C9500-C0B9-1311-255D-92567476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94" y="643467"/>
            <a:ext cx="1012921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1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0DB139-5E30-4226-242E-A3AC05A48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07203"/>
            <a:ext cx="10905066" cy="5043592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46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EBD3A2-04FD-F829-E092-AC84E3685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43627"/>
            <a:ext cx="10905066" cy="537074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4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CE9F41-4292-84A5-44FE-49A630DC8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43627"/>
            <a:ext cx="10905066" cy="537074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2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90DC5F-C422-0AEB-E9C5-9F9D02F98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9" y="643467"/>
            <a:ext cx="1081760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1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187082-4AD4-0976-5BFB-11B75E4E5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43627"/>
            <a:ext cx="10905066" cy="537074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41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A91D3F-71D0-8673-89D4-9D226DCF3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70779"/>
            <a:ext cx="10905066" cy="4716440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1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284CC7-6607-D645-996D-ECDBB56EB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663" y="1201175"/>
            <a:ext cx="10905066" cy="4307500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985C8-35DC-C240-9194-9FF66E7391D6}"/>
              </a:ext>
            </a:extLst>
          </p:cNvPr>
          <p:cNvSpPr txBox="1"/>
          <p:nvPr/>
        </p:nvSpPr>
        <p:spPr>
          <a:xfrm>
            <a:off x="4544890" y="3059668"/>
            <a:ext cx="285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968207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Mennah 20230589</dc:creator>
  <cp:lastModifiedBy>Mennah 20230589</cp:lastModifiedBy>
  <cp:revision>1</cp:revision>
  <dcterms:created xsi:type="dcterms:W3CDTF">2025-12-05T18:43:23Z</dcterms:created>
  <dcterms:modified xsi:type="dcterms:W3CDTF">2025-12-05T19:02:15Z</dcterms:modified>
</cp:coreProperties>
</file>